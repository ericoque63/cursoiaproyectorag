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1E1CF-C732-44C8-981C-636B622CD5F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42E9311-3A3F-4E54-A9FD-348468B45379}">
      <dgm:prSet phldrT="[Texto]"/>
      <dgm:spPr/>
      <dgm:t>
        <a:bodyPr/>
        <a:lstStyle/>
        <a:p>
          <a:r>
            <a:rPr lang="es-ES" dirty="0" smtClean="0"/>
            <a:t>Inventar información</a:t>
          </a:r>
          <a:endParaRPr lang="es-ES" dirty="0"/>
        </a:p>
      </dgm:t>
    </dgm:pt>
    <dgm:pt modelId="{A5A63143-7BA0-4C51-B6DD-A5ACA241DFBD}" type="parTrans" cxnId="{953D8627-7C75-41BE-B498-FC9B32E7E220}">
      <dgm:prSet/>
      <dgm:spPr/>
      <dgm:t>
        <a:bodyPr/>
        <a:lstStyle/>
        <a:p>
          <a:endParaRPr lang="es-ES"/>
        </a:p>
      </dgm:t>
    </dgm:pt>
    <dgm:pt modelId="{C636888A-68AA-4B03-B484-22C92A91E164}" type="sibTrans" cxnId="{953D8627-7C75-41BE-B498-FC9B32E7E220}">
      <dgm:prSet/>
      <dgm:spPr/>
      <dgm:t>
        <a:bodyPr/>
        <a:lstStyle/>
        <a:p>
          <a:endParaRPr lang="es-ES"/>
        </a:p>
      </dgm:t>
    </dgm:pt>
    <dgm:pt modelId="{7B00FEF2-1C86-410D-AAB2-F73FADF9D19E}">
      <dgm:prSet phldrT="[Texto]"/>
      <dgm:spPr/>
      <dgm:t>
        <a:bodyPr/>
        <a:lstStyle/>
        <a:p>
          <a:r>
            <a:rPr lang="es-ES" dirty="0" smtClean="0"/>
            <a:t>Responder sin evidencia</a:t>
          </a:r>
          <a:endParaRPr lang="es-ES" dirty="0"/>
        </a:p>
      </dgm:t>
    </dgm:pt>
    <dgm:pt modelId="{87BC2D97-6D91-4F2B-85D7-574536BF240F}" type="parTrans" cxnId="{596A1B6C-A713-4E4B-AFD2-9C555874AE5D}">
      <dgm:prSet/>
      <dgm:spPr/>
      <dgm:t>
        <a:bodyPr/>
        <a:lstStyle/>
        <a:p>
          <a:endParaRPr lang="es-ES"/>
        </a:p>
      </dgm:t>
    </dgm:pt>
    <dgm:pt modelId="{2DA5EEDF-D800-4FB6-9B4B-2E235F892092}" type="sibTrans" cxnId="{596A1B6C-A713-4E4B-AFD2-9C555874AE5D}">
      <dgm:prSet/>
      <dgm:spPr/>
      <dgm:t>
        <a:bodyPr/>
        <a:lstStyle/>
        <a:p>
          <a:endParaRPr lang="es-ES"/>
        </a:p>
      </dgm:t>
    </dgm:pt>
    <dgm:pt modelId="{71DD3DAF-8A6A-48C6-8BB7-4A701CDB74D1}">
      <dgm:prSet phldrT="[Texto]"/>
      <dgm:spPr/>
      <dgm:t>
        <a:bodyPr/>
        <a:lstStyle/>
        <a:p>
          <a:r>
            <a:rPr lang="es-ES" dirty="0" smtClean="0"/>
            <a:t>Generar respuestas incorrectas</a:t>
          </a:r>
          <a:endParaRPr lang="es-ES" dirty="0"/>
        </a:p>
      </dgm:t>
    </dgm:pt>
    <dgm:pt modelId="{50A3BD36-95CD-428E-9014-2A052BB0B183}" type="parTrans" cxnId="{BF418132-F20A-4F41-A80F-052A6E537248}">
      <dgm:prSet/>
      <dgm:spPr/>
      <dgm:t>
        <a:bodyPr/>
        <a:lstStyle/>
        <a:p>
          <a:endParaRPr lang="es-ES"/>
        </a:p>
      </dgm:t>
    </dgm:pt>
    <dgm:pt modelId="{4C73B38E-23C3-45B7-98DB-0D72750B2167}" type="sibTrans" cxnId="{BF418132-F20A-4F41-A80F-052A6E537248}">
      <dgm:prSet/>
      <dgm:spPr/>
      <dgm:t>
        <a:bodyPr/>
        <a:lstStyle/>
        <a:p>
          <a:endParaRPr lang="es-ES"/>
        </a:p>
      </dgm:t>
    </dgm:pt>
    <dgm:pt modelId="{9C5058D2-FFED-4A15-A33E-34E4367B303A}" type="pres">
      <dgm:prSet presAssocID="{A871E1CF-C732-44C8-981C-636B622CD5FB}" presName="diagram" presStyleCnt="0">
        <dgm:presLayoutVars>
          <dgm:dir/>
          <dgm:resizeHandles val="exact"/>
        </dgm:presLayoutVars>
      </dgm:prSet>
      <dgm:spPr/>
    </dgm:pt>
    <dgm:pt modelId="{1C3DAF6A-8BE2-4A52-8C37-AEA16B736E4D}" type="pres">
      <dgm:prSet presAssocID="{842E9311-3A3F-4E54-A9FD-348468B45379}" presName="node" presStyleLbl="node1" presStyleIdx="0" presStyleCnt="3">
        <dgm:presLayoutVars>
          <dgm:bulletEnabled val="1"/>
        </dgm:presLayoutVars>
      </dgm:prSet>
      <dgm:spPr/>
    </dgm:pt>
    <dgm:pt modelId="{137C99A1-CBD6-44E1-92BF-147A567B4400}" type="pres">
      <dgm:prSet presAssocID="{C636888A-68AA-4B03-B484-22C92A91E164}" presName="sibTrans" presStyleCnt="0"/>
      <dgm:spPr/>
    </dgm:pt>
    <dgm:pt modelId="{17428139-4EB2-43ED-A650-6475A90EF2E5}" type="pres">
      <dgm:prSet presAssocID="{7B00FEF2-1C86-410D-AAB2-F73FADF9D19E}" presName="node" presStyleLbl="node1" presStyleIdx="1" presStyleCnt="3">
        <dgm:presLayoutVars>
          <dgm:bulletEnabled val="1"/>
        </dgm:presLayoutVars>
      </dgm:prSet>
      <dgm:spPr/>
    </dgm:pt>
    <dgm:pt modelId="{A49F3C6F-1EBD-47FD-86F1-1CF0E5CDC989}" type="pres">
      <dgm:prSet presAssocID="{2DA5EEDF-D800-4FB6-9B4B-2E235F892092}" presName="sibTrans" presStyleCnt="0"/>
      <dgm:spPr/>
    </dgm:pt>
    <dgm:pt modelId="{51090AB1-B737-48AA-95C3-DB65917F2BEB}" type="pres">
      <dgm:prSet presAssocID="{71DD3DAF-8A6A-48C6-8BB7-4A701CDB74D1}" presName="node" presStyleLbl="node1" presStyleIdx="2" presStyleCnt="3">
        <dgm:presLayoutVars>
          <dgm:bulletEnabled val="1"/>
        </dgm:presLayoutVars>
      </dgm:prSet>
      <dgm:spPr/>
    </dgm:pt>
  </dgm:ptLst>
  <dgm:cxnLst>
    <dgm:cxn modelId="{BF418132-F20A-4F41-A80F-052A6E537248}" srcId="{A871E1CF-C732-44C8-981C-636B622CD5FB}" destId="{71DD3DAF-8A6A-48C6-8BB7-4A701CDB74D1}" srcOrd="2" destOrd="0" parTransId="{50A3BD36-95CD-428E-9014-2A052BB0B183}" sibTransId="{4C73B38E-23C3-45B7-98DB-0D72750B2167}"/>
    <dgm:cxn modelId="{76789FCA-8B87-4753-991D-850793FA1916}" type="presOf" srcId="{842E9311-3A3F-4E54-A9FD-348468B45379}" destId="{1C3DAF6A-8BE2-4A52-8C37-AEA16B736E4D}" srcOrd="0" destOrd="0" presId="urn:microsoft.com/office/officeart/2005/8/layout/default"/>
    <dgm:cxn modelId="{A1344DC5-078F-42CC-A7B2-BF60717B28C6}" type="presOf" srcId="{A871E1CF-C732-44C8-981C-636B622CD5FB}" destId="{9C5058D2-FFED-4A15-A33E-34E4367B303A}" srcOrd="0" destOrd="0" presId="urn:microsoft.com/office/officeart/2005/8/layout/default"/>
    <dgm:cxn modelId="{3296BF4E-2195-472B-AEF3-E5E5A0B5C053}" type="presOf" srcId="{7B00FEF2-1C86-410D-AAB2-F73FADF9D19E}" destId="{17428139-4EB2-43ED-A650-6475A90EF2E5}" srcOrd="0" destOrd="0" presId="urn:microsoft.com/office/officeart/2005/8/layout/default"/>
    <dgm:cxn modelId="{953D8627-7C75-41BE-B498-FC9B32E7E220}" srcId="{A871E1CF-C732-44C8-981C-636B622CD5FB}" destId="{842E9311-3A3F-4E54-A9FD-348468B45379}" srcOrd="0" destOrd="0" parTransId="{A5A63143-7BA0-4C51-B6DD-A5ACA241DFBD}" sibTransId="{C636888A-68AA-4B03-B484-22C92A91E164}"/>
    <dgm:cxn modelId="{9632F5D3-8A06-4022-88EA-8C59566DBE9F}" type="presOf" srcId="{71DD3DAF-8A6A-48C6-8BB7-4A701CDB74D1}" destId="{51090AB1-B737-48AA-95C3-DB65917F2BEB}" srcOrd="0" destOrd="0" presId="urn:microsoft.com/office/officeart/2005/8/layout/default"/>
    <dgm:cxn modelId="{596A1B6C-A713-4E4B-AFD2-9C555874AE5D}" srcId="{A871E1CF-C732-44C8-981C-636B622CD5FB}" destId="{7B00FEF2-1C86-410D-AAB2-F73FADF9D19E}" srcOrd="1" destOrd="0" parTransId="{87BC2D97-6D91-4F2B-85D7-574536BF240F}" sibTransId="{2DA5EEDF-D800-4FB6-9B4B-2E235F892092}"/>
    <dgm:cxn modelId="{B495C970-4C3E-47B0-A06A-611EF633F995}" type="presParOf" srcId="{9C5058D2-FFED-4A15-A33E-34E4367B303A}" destId="{1C3DAF6A-8BE2-4A52-8C37-AEA16B736E4D}" srcOrd="0" destOrd="0" presId="urn:microsoft.com/office/officeart/2005/8/layout/default"/>
    <dgm:cxn modelId="{44D0283A-04C6-42EC-BD1A-947A91A57AFD}" type="presParOf" srcId="{9C5058D2-FFED-4A15-A33E-34E4367B303A}" destId="{137C99A1-CBD6-44E1-92BF-147A567B4400}" srcOrd="1" destOrd="0" presId="urn:microsoft.com/office/officeart/2005/8/layout/default"/>
    <dgm:cxn modelId="{328E6A64-200F-450A-BFBD-AF103B2C3505}" type="presParOf" srcId="{9C5058D2-FFED-4A15-A33E-34E4367B303A}" destId="{17428139-4EB2-43ED-A650-6475A90EF2E5}" srcOrd="2" destOrd="0" presId="urn:microsoft.com/office/officeart/2005/8/layout/default"/>
    <dgm:cxn modelId="{554C856F-4ADC-42BB-8570-9DC730A3D95D}" type="presParOf" srcId="{9C5058D2-FFED-4A15-A33E-34E4367B303A}" destId="{A49F3C6F-1EBD-47FD-86F1-1CF0E5CDC989}" srcOrd="3" destOrd="0" presId="urn:microsoft.com/office/officeart/2005/8/layout/default"/>
    <dgm:cxn modelId="{886DAB95-385E-49C3-8A4D-B17B2D2B77A7}" type="presParOf" srcId="{9C5058D2-FFED-4A15-A33E-34E4367B303A}" destId="{51090AB1-B737-48AA-95C3-DB65917F2BE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00F2AC-7F10-4157-A8A2-CE81A140312E}" type="doc">
      <dgm:prSet loTypeId="urn:microsoft.com/office/officeart/2005/8/layout/bProcess3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ES"/>
        </a:p>
      </dgm:t>
    </dgm:pt>
    <dgm:pt modelId="{9C9B5138-8A33-4BDE-860F-FB5C05F739D2}">
      <dgm:prSet phldrT="[Texto]"/>
      <dgm:spPr/>
      <dgm:t>
        <a:bodyPr/>
        <a:lstStyle/>
        <a:p>
          <a:r>
            <a:rPr lang="es-ES" dirty="0" err="1" smtClean="0"/>
            <a:t>User</a:t>
          </a:r>
          <a:r>
            <a:rPr lang="es-ES" dirty="0" smtClean="0"/>
            <a:t> </a:t>
          </a:r>
          <a:r>
            <a:rPr lang="es-ES" dirty="0" err="1" smtClean="0"/>
            <a:t>question</a:t>
          </a:r>
          <a:endParaRPr lang="es-ES" dirty="0"/>
        </a:p>
      </dgm:t>
    </dgm:pt>
    <dgm:pt modelId="{4157F7F8-61B7-41D7-9F33-3ABDCE0BA360}" type="parTrans" cxnId="{8A839DEF-B577-4EFF-B55D-668BF5A3DAA7}">
      <dgm:prSet/>
      <dgm:spPr/>
      <dgm:t>
        <a:bodyPr/>
        <a:lstStyle/>
        <a:p>
          <a:endParaRPr lang="es-ES"/>
        </a:p>
      </dgm:t>
    </dgm:pt>
    <dgm:pt modelId="{24FC7506-5244-4379-B3F2-DA15179C38DD}" type="sibTrans" cxnId="{8A839DEF-B577-4EFF-B55D-668BF5A3DAA7}">
      <dgm:prSet/>
      <dgm:spPr/>
      <dgm:t>
        <a:bodyPr/>
        <a:lstStyle/>
        <a:p>
          <a:endParaRPr lang="es-ES"/>
        </a:p>
      </dgm:t>
    </dgm:pt>
    <dgm:pt modelId="{72698FDD-AD7A-4167-AC0E-52084D5DC415}">
      <dgm:prSet phldrT="[Texto]"/>
      <dgm:spPr/>
      <dgm:t>
        <a:bodyPr/>
        <a:lstStyle/>
        <a:p>
          <a:r>
            <a:rPr lang="es-ES" dirty="0" err="1" smtClean="0"/>
            <a:t>Context</a:t>
          </a:r>
          <a:endParaRPr lang="es-ES" dirty="0"/>
        </a:p>
      </dgm:t>
    </dgm:pt>
    <dgm:pt modelId="{C991A522-03EA-4749-AC38-87AC28A8255A}" type="parTrans" cxnId="{167393F8-7194-4B09-9D11-53115FEEDD62}">
      <dgm:prSet/>
      <dgm:spPr/>
      <dgm:t>
        <a:bodyPr/>
        <a:lstStyle/>
        <a:p>
          <a:endParaRPr lang="es-ES"/>
        </a:p>
      </dgm:t>
    </dgm:pt>
    <dgm:pt modelId="{AA295492-41AB-4D9E-83D6-C6F70657D471}" type="sibTrans" cxnId="{167393F8-7194-4B09-9D11-53115FEEDD62}">
      <dgm:prSet/>
      <dgm:spPr/>
      <dgm:t>
        <a:bodyPr/>
        <a:lstStyle/>
        <a:p>
          <a:endParaRPr lang="es-ES"/>
        </a:p>
      </dgm:t>
    </dgm:pt>
    <dgm:pt modelId="{3E03FEAD-15A7-4D47-99FA-64749D93751C}">
      <dgm:prSet phldrT="[Texto]"/>
      <dgm:spPr/>
      <dgm:t>
        <a:bodyPr/>
        <a:lstStyle/>
        <a:p>
          <a:r>
            <a:rPr lang="es-ES" dirty="0" err="1" smtClean="0"/>
            <a:t>Grounding</a:t>
          </a:r>
          <a:r>
            <a:rPr lang="es-ES" dirty="0" smtClean="0"/>
            <a:t> score</a:t>
          </a:r>
          <a:endParaRPr lang="es-ES" dirty="0"/>
        </a:p>
      </dgm:t>
    </dgm:pt>
    <dgm:pt modelId="{97751CD1-09C3-4723-BC43-DD2200E4A60B}" type="parTrans" cxnId="{6942D734-6057-4141-9576-3A6C8227C72C}">
      <dgm:prSet/>
      <dgm:spPr/>
      <dgm:t>
        <a:bodyPr/>
        <a:lstStyle/>
        <a:p>
          <a:endParaRPr lang="es-ES"/>
        </a:p>
      </dgm:t>
    </dgm:pt>
    <dgm:pt modelId="{B7EE95EC-373B-438B-9FF5-7FE106631DFB}" type="sibTrans" cxnId="{6942D734-6057-4141-9576-3A6C8227C72C}">
      <dgm:prSet/>
      <dgm:spPr/>
      <dgm:t>
        <a:bodyPr/>
        <a:lstStyle/>
        <a:p>
          <a:endParaRPr lang="es-ES"/>
        </a:p>
      </dgm:t>
    </dgm:pt>
    <dgm:pt modelId="{6852DDBD-7EB4-42C1-B17C-D358677D07FA}">
      <dgm:prSet phldrT="[Texto]"/>
      <dgm:spPr/>
      <dgm:t>
        <a:bodyPr/>
        <a:lstStyle/>
        <a:p>
          <a:r>
            <a:rPr lang="es-ES" dirty="0" err="1" smtClean="0"/>
            <a:t>Hybrid</a:t>
          </a:r>
          <a:r>
            <a:rPr lang="es-ES" dirty="0" smtClean="0"/>
            <a:t> </a:t>
          </a:r>
          <a:r>
            <a:rPr lang="es-ES" dirty="0" err="1" smtClean="0"/>
            <a:t>Retrieval</a:t>
          </a:r>
          <a:r>
            <a:rPr lang="es-ES" dirty="0" smtClean="0"/>
            <a:t> (BM25 + FAISS)</a:t>
          </a:r>
          <a:endParaRPr lang="es-ES" dirty="0"/>
        </a:p>
      </dgm:t>
    </dgm:pt>
    <dgm:pt modelId="{A2FDC427-FC00-48C3-811F-E61F3B1E1D92}" type="parTrans" cxnId="{304324FD-2D12-49C1-9095-CF28773A2E26}">
      <dgm:prSet/>
      <dgm:spPr/>
      <dgm:t>
        <a:bodyPr/>
        <a:lstStyle/>
        <a:p>
          <a:endParaRPr lang="es-ES"/>
        </a:p>
      </dgm:t>
    </dgm:pt>
    <dgm:pt modelId="{9B27ED28-F9D5-4148-9ECB-E13A2514694E}" type="sibTrans" cxnId="{304324FD-2D12-49C1-9095-CF28773A2E26}">
      <dgm:prSet/>
      <dgm:spPr/>
      <dgm:t>
        <a:bodyPr/>
        <a:lstStyle/>
        <a:p>
          <a:endParaRPr lang="es-ES"/>
        </a:p>
      </dgm:t>
    </dgm:pt>
    <dgm:pt modelId="{BABAD113-2B0E-4FB3-B215-DAEECFDB1F53}">
      <dgm:prSet phldrT="[Texto]"/>
      <dgm:spPr/>
      <dgm:t>
        <a:bodyPr/>
        <a:lstStyle/>
        <a:p>
          <a:r>
            <a:rPr lang="es-ES" dirty="0" err="1" smtClean="0"/>
            <a:t>Reranker</a:t>
          </a:r>
          <a:r>
            <a:rPr lang="es-ES" dirty="0" smtClean="0"/>
            <a:t> (Cross </a:t>
          </a:r>
          <a:r>
            <a:rPr lang="es-ES" dirty="0" err="1" smtClean="0"/>
            <a:t>Encoder</a:t>
          </a:r>
          <a:r>
            <a:rPr lang="es-ES" dirty="0" smtClean="0"/>
            <a:t>)</a:t>
          </a:r>
          <a:endParaRPr lang="es-ES" dirty="0"/>
        </a:p>
      </dgm:t>
    </dgm:pt>
    <dgm:pt modelId="{4E8EE792-C032-4961-98D1-7EC97439B4D0}" type="parTrans" cxnId="{454E74C9-1724-4854-9C76-D3AC56FBC41B}">
      <dgm:prSet/>
      <dgm:spPr/>
      <dgm:t>
        <a:bodyPr/>
        <a:lstStyle/>
        <a:p>
          <a:endParaRPr lang="es-ES"/>
        </a:p>
      </dgm:t>
    </dgm:pt>
    <dgm:pt modelId="{EF7FC634-27BE-435B-8015-0F2FA87E488F}" type="sibTrans" cxnId="{454E74C9-1724-4854-9C76-D3AC56FBC41B}">
      <dgm:prSet/>
      <dgm:spPr/>
      <dgm:t>
        <a:bodyPr/>
        <a:lstStyle/>
        <a:p>
          <a:endParaRPr lang="es-ES"/>
        </a:p>
      </dgm:t>
    </dgm:pt>
    <dgm:pt modelId="{6040F333-5435-4A35-A538-7DC6E4506CAC}">
      <dgm:prSet phldrT="[Texto]"/>
      <dgm:spPr/>
      <dgm:t>
        <a:bodyPr/>
        <a:lstStyle/>
        <a:p>
          <a:r>
            <a:rPr lang="es-ES" dirty="0" smtClean="0"/>
            <a:t>LLM</a:t>
          </a:r>
          <a:endParaRPr lang="es-ES" dirty="0"/>
        </a:p>
      </dgm:t>
    </dgm:pt>
    <dgm:pt modelId="{05671D85-A7C0-4DB0-852F-91F2A906E407}" type="parTrans" cxnId="{429E312E-5552-4CC3-A643-8D7DA1B1C91B}">
      <dgm:prSet/>
      <dgm:spPr/>
      <dgm:t>
        <a:bodyPr/>
        <a:lstStyle/>
        <a:p>
          <a:endParaRPr lang="es-ES"/>
        </a:p>
      </dgm:t>
    </dgm:pt>
    <dgm:pt modelId="{56FE0936-0496-49F0-B2AD-5A4321CF0858}" type="sibTrans" cxnId="{429E312E-5552-4CC3-A643-8D7DA1B1C91B}">
      <dgm:prSet/>
      <dgm:spPr/>
      <dgm:t>
        <a:bodyPr/>
        <a:lstStyle/>
        <a:p>
          <a:endParaRPr lang="es-ES"/>
        </a:p>
      </dgm:t>
    </dgm:pt>
    <dgm:pt modelId="{5B0EB150-105B-4BF4-B42B-A876A94173E7}">
      <dgm:prSet phldrT="[Texto]"/>
      <dgm:spPr/>
      <dgm:t>
        <a:bodyPr/>
        <a:lstStyle/>
        <a:p>
          <a:r>
            <a:rPr lang="es-ES" dirty="0" err="1" smtClean="0"/>
            <a:t>Answer</a:t>
          </a:r>
          <a:r>
            <a:rPr lang="es-ES" dirty="0" smtClean="0"/>
            <a:t> + </a:t>
          </a:r>
          <a:r>
            <a:rPr lang="es-ES" dirty="0" err="1" smtClean="0"/>
            <a:t>Citation</a:t>
          </a:r>
          <a:endParaRPr lang="es-ES" dirty="0"/>
        </a:p>
      </dgm:t>
    </dgm:pt>
    <dgm:pt modelId="{2956B274-DDD0-4984-8C76-633511D7C8AA}" type="parTrans" cxnId="{8C668D67-D29C-4130-95B7-F58BF866F73D}">
      <dgm:prSet/>
      <dgm:spPr/>
      <dgm:t>
        <a:bodyPr/>
        <a:lstStyle/>
        <a:p>
          <a:endParaRPr lang="es-ES"/>
        </a:p>
      </dgm:t>
    </dgm:pt>
    <dgm:pt modelId="{1A7A61A6-B806-4A55-BB9B-86839EB86DFB}" type="sibTrans" cxnId="{8C668D67-D29C-4130-95B7-F58BF866F73D}">
      <dgm:prSet/>
      <dgm:spPr/>
      <dgm:t>
        <a:bodyPr/>
        <a:lstStyle/>
        <a:p>
          <a:endParaRPr lang="es-ES"/>
        </a:p>
      </dgm:t>
    </dgm:pt>
    <dgm:pt modelId="{20E0174F-07FB-4D91-A7D6-7CCADFBCF93C}" type="pres">
      <dgm:prSet presAssocID="{5000F2AC-7F10-4157-A8A2-CE81A140312E}" presName="Name0" presStyleCnt="0">
        <dgm:presLayoutVars>
          <dgm:dir/>
          <dgm:resizeHandles val="exact"/>
        </dgm:presLayoutVars>
      </dgm:prSet>
      <dgm:spPr/>
    </dgm:pt>
    <dgm:pt modelId="{19288E09-05BB-441C-AA8D-7A0FF6920367}" type="pres">
      <dgm:prSet presAssocID="{9C9B5138-8A33-4BDE-860F-FB5C05F739D2}" presName="node" presStyleLbl="node1" presStyleIdx="0" presStyleCnt="7">
        <dgm:presLayoutVars>
          <dgm:bulletEnabled val="1"/>
        </dgm:presLayoutVars>
      </dgm:prSet>
      <dgm:spPr/>
    </dgm:pt>
    <dgm:pt modelId="{1DA88875-58D6-4294-B57B-E83EF9242466}" type="pres">
      <dgm:prSet presAssocID="{24FC7506-5244-4379-B3F2-DA15179C38DD}" presName="sibTrans" presStyleLbl="sibTrans1D1" presStyleIdx="0" presStyleCnt="6"/>
      <dgm:spPr/>
    </dgm:pt>
    <dgm:pt modelId="{2E2E950D-E2AE-4418-9B26-906C0691C267}" type="pres">
      <dgm:prSet presAssocID="{24FC7506-5244-4379-B3F2-DA15179C38DD}" presName="connectorText" presStyleLbl="sibTrans1D1" presStyleIdx="0" presStyleCnt="6"/>
      <dgm:spPr/>
    </dgm:pt>
    <dgm:pt modelId="{AF78E99B-8044-466E-B481-132B052AEA38}" type="pres">
      <dgm:prSet presAssocID="{6852DDBD-7EB4-42C1-B17C-D358677D07FA}" presName="node" presStyleLbl="node1" presStyleIdx="1" presStyleCnt="7">
        <dgm:presLayoutVars>
          <dgm:bulletEnabled val="1"/>
        </dgm:presLayoutVars>
      </dgm:prSet>
      <dgm:spPr/>
    </dgm:pt>
    <dgm:pt modelId="{ABA39E86-9415-4AAC-97C6-6351AD78531E}" type="pres">
      <dgm:prSet presAssocID="{9B27ED28-F9D5-4148-9ECB-E13A2514694E}" presName="sibTrans" presStyleLbl="sibTrans1D1" presStyleIdx="1" presStyleCnt="6"/>
      <dgm:spPr/>
    </dgm:pt>
    <dgm:pt modelId="{97F00E8C-9AD6-40B4-B0AE-1542A69E58E6}" type="pres">
      <dgm:prSet presAssocID="{9B27ED28-F9D5-4148-9ECB-E13A2514694E}" presName="connectorText" presStyleLbl="sibTrans1D1" presStyleIdx="1" presStyleCnt="6"/>
      <dgm:spPr/>
    </dgm:pt>
    <dgm:pt modelId="{98D16CA9-0F9B-4EED-847C-57673C98EB5D}" type="pres">
      <dgm:prSet presAssocID="{BABAD113-2B0E-4FB3-B215-DAEECFDB1F53}" presName="node" presStyleLbl="node1" presStyleIdx="2" presStyleCnt="7">
        <dgm:presLayoutVars>
          <dgm:bulletEnabled val="1"/>
        </dgm:presLayoutVars>
      </dgm:prSet>
      <dgm:spPr/>
    </dgm:pt>
    <dgm:pt modelId="{36F881A8-220B-4675-BCC0-6586A2E1966E}" type="pres">
      <dgm:prSet presAssocID="{EF7FC634-27BE-435B-8015-0F2FA87E488F}" presName="sibTrans" presStyleLbl="sibTrans1D1" presStyleIdx="2" presStyleCnt="6"/>
      <dgm:spPr/>
    </dgm:pt>
    <dgm:pt modelId="{720015CF-9BC6-4A15-810C-06CE114F186D}" type="pres">
      <dgm:prSet presAssocID="{EF7FC634-27BE-435B-8015-0F2FA87E488F}" presName="connectorText" presStyleLbl="sibTrans1D1" presStyleIdx="2" presStyleCnt="6"/>
      <dgm:spPr/>
    </dgm:pt>
    <dgm:pt modelId="{901B5293-547A-4324-ADAA-E7E595C935D6}" type="pres">
      <dgm:prSet presAssocID="{72698FDD-AD7A-4167-AC0E-52084D5DC415}" presName="node" presStyleLbl="node1" presStyleIdx="3" presStyleCnt="7">
        <dgm:presLayoutVars>
          <dgm:bulletEnabled val="1"/>
        </dgm:presLayoutVars>
      </dgm:prSet>
      <dgm:spPr/>
    </dgm:pt>
    <dgm:pt modelId="{2C350E65-DC6A-41FB-8759-4E449C7CC0AF}" type="pres">
      <dgm:prSet presAssocID="{AA295492-41AB-4D9E-83D6-C6F70657D471}" presName="sibTrans" presStyleLbl="sibTrans1D1" presStyleIdx="3" presStyleCnt="6"/>
      <dgm:spPr/>
    </dgm:pt>
    <dgm:pt modelId="{8E736C81-242D-45EC-AD1E-D2D47D776177}" type="pres">
      <dgm:prSet presAssocID="{AA295492-41AB-4D9E-83D6-C6F70657D471}" presName="connectorText" presStyleLbl="sibTrans1D1" presStyleIdx="3" presStyleCnt="6"/>
      <dgm:spPr/>
    </dgm:pt>
    <dgm:pt modelId="{DBBCACB3-958E-410D-8460-B2A6C6933F00}" type="pres">
      <dgm:prSet presAssocID="{6040F333-5435-4A35-A538-7DC6E4506CAC}" presName="node" presStyleLbl="node1" presStyleIdx="4" presStyleCnt="7">
        <dgm:presLayoutVars>
          <dgm:bulletEnabled val="1"/>
        </dgm:presLayoutVars>
      </dgm:prSet>
      <dgm:spPr/>
    </dgm:pt>
    <dgm:pt modelId="{F59CC7D2-FD90-4A75-96E0-9BD6F4AD678E}" type="pres">
      <dgm:prSet presAssocID="{56FE0936-0496-49F0-B2AD-5A4321CF0858}" presName="sibTrans" presStyleLbl="sibTrans1D1" presStyleIdx="4" presStyleCnt="6"/>
      <dgm:spPr/>
    </dgm:pt>
    <dgm:pt modelId="{B6794251-8824-46DF-9E22-2730A17E0118}" type="pres">
      <dgm:prSet presAssocID="{56FE0936-0496-49F0-B2AD-5A4321CF0858}" presName="connectorText" presStyleLbl="sibTrans1D1" presStyleIdx="4" presStyleCnt="6"/>
      <dgm:spPr/>
    </dgm:pt>
    <dgm:pt modelId="{CC5D092D-DDBC-4FA7-8907-1F3475DE481D}" type="pres">
      <dgm:prSet presAssocID="{5B0EB150-105B-4BF4-B42B-A876A94173E7}" presName="node" presStyleLbl="node1" presStyleIdx="5" presStyleCnt="7">
        <dgm:presLayoutVars>
          <dgm:bulletEnabled val="1"/>
        </dgm:presLayoutVars>
      </dgm:prSet>
      <dgm:spPr/>
    </dgm:pt>
    <dgm:pt modelId="{42DDC80D-0E07-4C66-A817-6CFF3D09C8CB}" type="pres">
      <dgm:prSet presAssocID="{1A7A61A6-B806-4A55-BB9B-86839EB86DFB}" presName="sibTrans" presStyleLbl="sibTrans1D1" presStyleIdx="5" presStyleCnt="6"/>
      <dgm:spPr/>
    </dgm:pt>
    <dgm:pt modelId="{D87516F3-BA51-4504-ACEB-220DCDC1A713}" type="pres">
      <dgm:prSet presAssocID="{1A7A61A6-B806-4A55-BB9B-86839EB86DFB}" presName="connectorText" presStyleLbl="sibTrans1D1" presStyleIdx="5" presStyleCnt="6"/>
      <dgm:spPr/>
    </dgm:pt>
    <dgm:pt modelId="{285CE7D0-F753-4E3D-9948-C23EF2F3CCCB}" type="pres">
      <dgm:prSet presAssocID="{3E03FEAD-15A7-4D47-99FA-64749D93751C}" presName="node" presStyleLbl="node1" presStyleIdx="6" presStyleCnt="7">
        <dgm:presLayoutVars>
          <dgm:bulletEnabled val="1"/>
        </dgm:presLayoutVars>
      </dgm:prSet>
      <dgm:spPr/>
    </dgm:pt>
  </dgm:ptLst>
  <dgm:cxnLst>
    <dgm:cxn modelId="{C8C9030A-BD89-436B-9E2B-9657523E6AF8}" type="presOf" srcId="{9B27ED28-F9D5-4148-9ECB-E13A2514694E}" destId="{97F00E8C-9AD6-40B4-B0AE-1542A69E58E6}" srcOrd="1" destOrd="0" presId="urn:microsoft.com/office/officeart/2005/8/layout/bProcess3"/>
    <dgm:cxn modelId="{6481B1B4-9B6A-4FBE-9475-0B70D3AC9B97}" type="presOf" srcId="{1A7A61A6-B806-4A55-BB9B-86839EB86DFB}" destId="{D87516F3-BA51-4504-ACEB-220DCDC1A713}" srcOrd="1" destOrd="0" presId="urn:microsoft.com/office/officeart/2005/8/layout/bProcess3"/>
    <dgm:cxn modelId="{BF4DD66C-DF3B-40D9-848D-56F0AC08D8DA}" type="presOf" srcId="{9C9B5138-8A33-4BDE-860F-FB5C05F739D2}" destId="{19288E09-05BB-441C-AA8D-7A0FF6920367}" srcOrd="0" destOrd="0" presId="urn:microsoft.com/office/officeart/2005/8/layout/bProcess3"/>
    <dgm:cxn modelId="{454E74C9-1724-4854-9C76-D3AC56FBC41B}" srcId="{5000F2AC-7F10-4157-A8A2-CE81A140312E}" destId="{BABAD113-2B0E-4FB3-B215-DAEECFDB1F53}" srcOrd="2" destOrd="0" parTransId="{4E8EE792-C032-4961-98D1-7EC97439B4D0}" sibTransId="{EF7FC634-27BE-435B-8015-0F2FA87E488F}"/>
    <dgm:cxn modelId="{5EC13E70-045E-45E3-8241-AED4065E4875}" type="presOf" srcId="{56FE0936-0496-49F0-B2AD-5A4321CF0858}" destId="{B6794251-8824-46DF-9E22-2730A17E0118}" srcOrd="1" destOrd="0" presId="urn:microsoft.com/office/officeart/2005/8/layout/bProcess3"/>
    <dgm:cxn modelId="{79425E95-638D-427E-9D9C-A60E94F76E7B}" type="presOf" srcId="{BABAD113-2B0E-4FB3-B215-DAEECFDB1F53}" destId="{98D16CA9-0F9B-4EED-847C-57673C98EB5D}" srcOrd="0" destOrd="0" presId="urn:microsoft.com/office/officeart/2005/8/layout/bProcess3"/>
    <dgm:cxn modelId="{429E312E-5552-4CC3-A643-8D7DA1B1C91B}" srcId="{5000F2AC-7F10-4157-A8A2-CE81A140312E}" destId="{6040F333-5435-4A35-A538-7DC6E4506CAC}" srcOrd="4" destOrd="0" parTransId="{05671D85-A7C0-4DB0-852F-91F2A906E407}" sibTransId="{56FE0936-0496-49F0-B2AD-5A4321CF0858}"/>
    <dgm:cxn modelId="{27CFBDDB-210D-4002-818C-002AEE7C5501}" type="presOf" srcId="{AA295492-41AB-4D9E-83D6-C6F70657D471}" destId="{2C350E65-DC6A-41FB-8759-4E449C7CC0AF}" srcOrd="0" destOrd="0" presId="urn:microsoft.com/office/officeart/2005/8/layout/bProcess3"/>
    <dgm:cxn modelId="{6942D734-6057-4141-9576-3A6C8227C72C}" srcId="{5000F2AC-7F10-4157-A8A2-CE81A140312E}" destId="{3E03FEAD-15A7-4D47-99FA-64749D93751C}" srcOrd="6" destOrd="0" parTransId="{97751CD1-09C3-4723-BC43-DD2200E4A60B}" sibTransId="{B7EE95EC-373B-438B-9FF5-7FE106631DFB}"/>
    <dgm:cxn modelId="{9874FC62-6F42-45CD-9368-FAE4BD950326}" type="presOf" srcId="{24FC7506-5244-4379-B3F2-DA15179C38DD}" destId="{1DA88875-58D6-4294-B57B-E83EF9242466}" srcOrd="0" destOrd="0" presId="urn:microsoft.com/office/officeart/2005/8/layout/bProcess3"/>
    <dgm:cxn modelId="{AD8C3BF1-14C3-4404-A71B-DD6DB8909D29}" type="presOf" srcId="{9B27ED28-F9D5-4148-9ECB-E13A2514694E}" destId="{ABA39E86-9415-4AAC-97C6-6351AD78531E}" srcOrd="0" destOrd="0" presId="urn:microsoft.com/office/officeart/2005/8/layout/bProcess3"/>
    <dgm:cxn modelId="{8A839DEF-B577-4EFF-B55D-668BF5A3DAA7}" srcId="{5000F2AC-7F10-4157-A8A2-CE81A140312E}" destId="{9C9B5138-8A33-4BDE-860F-FB5C05F739D2}" srcOrd="0" destOrd="0" parTransId="{4157F7F8-61B7-41D7-9F33-3ABDCE0BA360}" sibTransId="{24FC7506-5244-4379-B3F2-DA15179C38DD}"/>
    <dgm:cxn modelId="{304324FD-2D12-49C1-9095-CF28773A2E26}" srcId="{5000F2AC-7F10-4157-A8A2-CE81A140312E}" destId="{6852DDBD-7EB4-42C1-B17C-D358677D07FA}" srcOrd="1" destOrd="0" parTransId="{A2FDC427-FC00-48C3-811F-E61F3B1E1D92}" sibTransId="{9B27ED28-F9D5-4148-9ECB-E13A2514694E}"/>
    <dgm:cxn modelId="{799E97BA-4A23-4CE9-9C3B-D15BC4D11164}" type="presOf" srcId="{56FE0936-0496-49F0-B2AD-5A4321CF0858}" destId="{F59CC7D2-FD90-4A75-96E0-9BD6F4AD678E}" srcOrd="0" destOrd="0" presId="urn:microsoft.com/office/officeart/2005/8/layout/bProcess3"/>
    <dgm:cxn modelId="{96F228A7-CF3B-47F8-9960-F72BA26A4807}" type="presOf" srcId="{72698FDD-AD7A-4167-AC0E-52084D5DC415}" destId="{901B5293-547A-4324-ADAA-E7E595C935D6}" srcOrd="0" destOrd="0" presId="urn:microsoft.com/office/officeart/2005/8/layout/bProcess3"/>
    <dgm:cxn modelId="{6190892B-D6B0-433B-ABEF-0197A7D4BA64}" type="presOf" srcId="{1A7A61A6-B806-4A55-BB9B-86839EB86DFB}" destId="{42DDC80D-0E07-4C66-A817-6CFF3D09C8CB}" srcOrd="0" destOrd="0" presId="urn:microsoft.com/office/officeart/2005/8/layout/bProcess3"/>
    <dgm:cxn modelId="{8C668D67-D29C-4130-95B7-F58BF866F73D}" srcId="{5000F2AC-7F10-4157-A8A2-CE81A140312E}" destId="{5B0EB150-105B-4BF4-B42B-A876A94173E7}" srcOrd="5" destOrd="0" parTransId="{2956B274-DDD0-4984-8C76-633511D7C8AA}" sibTransId="{1A7A61A6-B806-4A55-BB9B-86839EB86DFB}"/>
    <dgm:cxn modelId="{374B5970-F8EC-488E-90C3-DB9C89A7F185}" type="presOf" srcId="{5B0EB150-105B-4BF4-B42B-A876A94173E7}" destId="{CC5D092D-DDBC-4FA7-8907-1F3475DE481D}" srcOrd="0" destOrd="0" presId="urn:microsoft.com/office/officeart/2005/8/layout/bProcess3"/>
    <dgm:cxn modelId="{7041A9C6-DFEE-4C91-8FDD-CF6AAD0A1A6B}" type="presOf" srcId="{3E03FEAD-15A7-4D47-99FA-64749D93751C}" destId="{285CE7D0-F753-4E3D-9948-C23EF2F3CCCB}" srcOrd="0" destOrd="0" presId="urn:microsoft.com/office/officeart/2005/8/layout/bProcess3"/>
    <dgm:cxn modelId="{4161E8E9-BEF4-4020-8E7F-964D2219E494}" type="presOf" srcId="{AA295492-41AB-4D9E-83D6-C6F70657D471}" destId="{8E736C81-242D-45EC-AD1E-D2D47D776177}" srcOrd="1" destOrd="0" presId="urn:microsoft.com/office/officeart/2005/8/layout/bProcess3"/>
    <dgm:cxn modelId="{FB83D0C0-BF49-4FDA-9E8D-64E2FD74C521}" type="presOf" srcId="{6852DDBD-7EB4-42C1-B17C-D358677D07FA}" destId="{AF78E99B-8044-466E-B481-132B052AEA38}" srcOrd="0" destOrd="0" presId="urn:microsoft.com/office/officeart/2005/8/layout/bProcess3"/>
    <dgm:cxn modelId="{ABF7E0B7-CDAC-4376-ADC4-CBF1E0B662FE}" type="presOf" srcId="{5000F2AC-7F10-4157-A8A2-CE81A140312E}" destId="{20E0174F-07FB-4D91-A7D6-7CCADFBCF93C}" srcOrd="0" destOrd="0" presId="urn:microsoft.com/office/officeart/2005/8/layout/bProcess3"/>
    <dgm:cxn modelId="{B277053E-ACC8-4A7B-922B-3BABFAEBCB81}" type="presOf" srcId="{6040F333-5435-4A35-A538-7DC6E4506CAC}" destId="{DBBCACB3-958E-410D-8460-B2A6C6933F00}" srcOrd="0" destOrd="0" presId="urn:microsoft.com/office/officeart/2005/8/layout/bProcess3"/>
    <dgm:cxn modelId="{E7C362DF-F32A-4321-A166-FD36E88E0873}" type="presOf" srcId="{24FC7506-5244-4379-B3F2-DA15179C38DD}" destId="{2E2E950D-E2AE-4418-9B26-906C0691C267}" srcOrd="1" destOrd="0" presId="urn:microsoft.com/office/officeart/2005/8/layout/bProcess3"/>
    <dgm:cxn modelId="{94C204B3-0852-43CF-9160-AEFFA3F59D87}" type="presOf" srcId="{EF7FC634-27BE-435B-8015-0F2FA87E488F}" destId="{36F881A8-220B-4675-BCC0-6586A2E1966E}" srcOrd="0" destOrd="0" presId="urn:microsoft.com/office/officeart/2005/8/layout/bProcess3"/>
    <dgm:cxn modelId="{167393F8-7194-4B09-9D11-53115FEEDD62}" srcId="{5000F2AC-7F10-4157-A8A2-CE81A140312E}" destId="{72698FDD-AD7A-4167-AC0E-52084D5DC415}" srcOrd="3" destOrd="0" parTransId="{C991A522-03EA-4749-AC38-87AC28A8255A}" sibTransId="{AA295492-41AB-4D9E-83D6-C6F70657D471}"/>
    <dgm:cxn modelId="{461D9706-BC91-4730-9018-A53104AAF40E}" type="presOf" srcId="{EF7FC634-27BE-435B-8015-0F2FA87E488F}" destId="{720015CF-9BC6-4A15-810C-06CE114F186D}" srcOrd="1" destOrd="0" presId="urn:microsoft.com/office/officeart/2005/8/layout/bProcess3"/>
    <dgm:cxn modelId="{4B2072DA-51B5-451F-B70E-C88AF9211188}" type="presParOf" srcId="{20E0174F-07FB-4D91-A7D6-7CCADFBCF93C}" destId="{19288E09-05BB-441C-AA8D-7A0FF6920367}" srcOrd="0" destOrd="0" presId="urn:microsoft.com/office/officeart/2005/8/layout/bProcess3"/>
    <dgm:cxn modelId="{318D4FB9-0B46-492F-B3F2-238E131FCAD2}" type="presParOf" srcId="{20E0174F-07FB-4D91-A7D6-7CCADFBCF93C}" destId="{1DA88875-58D6-4294-B57B-E83EF9242466}" srcOrd="1" destOrd="0" presId="urn:microsoft.com/office/officeart/2005/8/layout/bProcess3"/>
    <dgm:cxn modelId="{8634B534-A214-43C3-A6E1-E2D08F906626}" type="presParOf" srcId="{1DA88875-58D6-4294-B57B-E83EF9242466}" destId="{2E2E950D-E2AE-4418-9B26-906C0691C267}" srcOrd="0" destOrd="0" presId="urn:microsoft.com/office/officeart/2005/8/layout/bProcess3"/>
    <dgm:cxn modelId="{EEB1F282-902F-4108-96AE-F767662354E3}" type="presParOf" srcId="{20E0174F-07FB-4D91-A7D6-7CCADFBCF93C}" destId="{AF78E99B-8044-466E-B481-132B052AEA38}" srcOrd="2" destOrd="0" presId="urn:microsoft.com/office/officeart/2005/8/layout/bProcess3"/>
    <dgm:cxn modelId="{984784A2-5409-4203-B898-00F541A057C9}" type="presParOf" srcId="{20E0174F-07FB-4D91-A7D6-7CCADFBCF93C}" destId="{ABA39E86-9415-4AAC-97C6-6351AD78531E}" srcOrd="3" destOrd="0" presId="urn:microsoft.com/office/officeart/2005/8/layout/bProcess3"/>
    <dgm:cxn modelId="{434B38CE-AAF2-4916-8974-341DEA35956E}" type="presParOf" srcId="{ABA39E86-9415-4AAC-97C6-6351AD78531E}" destId="{97F00E8C-9AD6-40B4-B0AE-1542A69E58E6}" srcOrd="0" destOrd="0" presId="urn:microsoft.com/office/officeart/2005/8/layout/bProcess3"/>
    <dgm:cxn modelId="{C7E1D252-0798-48D0-AAF1-9E5F5CD83FAD}" type="presParOf" srcId="{20E0174F-07FB-4D91-A7D6-7CCADFBCF93C}" destId="{98D16CA9-0F9B-4EED-847C-57673C98EB5D}" srcOrd="4" destOrd="0" presId="urn:microsoft.com/office/officeart/2005/8/layout/bProcess3"/>
    <dgm:cxn modelId="{B577BD94-D87D-46AA-8B72-5A122D61F01B}" type="presParOf" srcId="{20E0174F-07FB-4D91-A7D6-7CCADFBCF93C}" destId="{36F881A8-220B-4675-BCC0-6586A2E1966E}" srcOrd="5" destOrd="0" presId="urn:microsoft.com/office/officeart/2005/8/layout/bProcess3"/>
    <dgm:cxn modelId="{2633EB01-1AAD-43FC-9489-65EF343BFD54}" type="presParOf" srcId="{36F881A8-220B-4675-BCC0-6586A2E1966E}" destId="{720015CF-9BC6-4A15-810C-06CE114F186D}" srcOrd="0" destOrd="0" presId="urn:microsoft.com/office/officeart/2005/8/layout/bProcess3"/>
    <dgm:cxn modelId="{A5C1D142-8BD2-4B66-BCAB-C3D0C1C168B5}" type="presParOf" srcId="{20E0174F-07FB-4D91-A7D6-7CCADFBCF93C}" destId="{901B5293-547A-4324-ADAA-E7E595C935D6}" srcOrd="6" destOrd="0" presId="urn:microsoft.com/office/officeart/2005/8/layout/bProcess3"/>
    <dgm:cxn modelId="{4769A022-F548-416E-9DD1-1EA4577E5A6C}" type="presParOf" srcId="{20E0174F-07FB-4D91-A7D6-7CCADFBCF93C}" destId="{2C350E65-DC6A-41FB-8759-4E449C7CC0AF}" srcOrd="7" destOrd="0" presId="urn:microsoft.com/office/officeart/2005/8/layout/bProcess3"/>
    <dgm:cxn modelId="{7776B2D2-8D1C-4E99-AEC0-F2765048963E}" type="presParOf" srcId="{2C350E65-DC6A-41FB-8759-4E449C7CC0AF}" destId="{8E736C81-242D-45EC-AD1E-D2D47D776177}" srcOrd="0" destOrd="0" presId="urn:microsoft.com/office/officeart/2005/8/layout/bProcess3"/>
    <dgm:cxn modelId="{6FBF5FFE-6851-4602-BD40-090A8AB355DB}" type="presParOf" srcId="{20E0174F-07FB-4D91-A7D6-7CCADFBCF93C}" destId="{DBBCACB3-958E-410D-8460-B2A6C6933F00}" srcOrd="8" destOrd="0" presId="urn:microsoft.com/office/officeart/2005/8/layout/bProcess3"/>
    <dgm:cxn modelId="{4BB3D152-3D68-4EE2-9155-4430399D0B3E}" type="presParOf" srcId="{20E0174F-07FB-4D91-A7D6-7CCADFBCF93C}" destId="{F59CC7D2-FD90-4A75-96E0-9BD6F4AD678E}" srcOrd="9" destOrd="0" presId="urn:microsoft.com/office/officeart/2005/8/layout/bProcess3"/>
    <dgm:cxn modelId="{847ADE66-CFCF-456E-9444-31829241B694}" type="presParOf" srcId="{F59CC7D2-FD90-4A75-96E0-9BD6F4AD678E}" destId="{B6794251-8824-46DF-9E22-2730A17E0118}" srcOrd="0" destOrd="0" presId="urn:microsoft.com/office/officeart/2005/8/layout/bProcess3"/>
    <dgm:cxn modelId="{7F2B6585-EEFF-4E27-8F7F-0D2B40E06172}" type="presParOf" srcId="{20E0174F-07FB-4D91-A7D6-7CCADFBCF93C}" destId="{CC5D092D-DDBC-4FA7-8907-1F3475DE481D}" srcOrd="10" destOrd="0" presId="urn:microsoft.com/office/officeart/2005/8/layout/bProcess3"/>
    <dgm:cxn modelId="{4D8BA58C-C32A-4439-8945-3A2DB27E8784}" type="presParOf" srcId="{20E0174F-07FB-4D91-A7D6-7CCADFBCF93C}" destId="{42DDC80D-0E07-4C66-A817-6CFF3D09C8CB}" srcOrd="11" destOrd="0" presId="urn:microsoft.com/office/officeart/2005/8/layout/bProcess3"/>
    <dgm:cxn modelId="{17D8A460-FF47-44C1-8E07-492CD79DA7A6}" type="presParOf" srcId="{42DDC80D-0E07-4C66-A817-6CFF3D09C8CB}" destId="{D87516F3-BA51-4504-ACEB-220DCDC1A713}" srcOrd="0" destOrd="0" presId="urn:microsoft.com/office/officeart/2005/8/layout/bProcess3"/>
    <dgm:cxn modelId="{F00585C4-1B24-4231-8834-C9561E50D96E}" type="presParOf" srcId="{20E0174F-07FB-4D91-A7D6-7CCADFBCF93C}" destId="{285CE7D0-F753-4E3D-9948-C23EF2F3CCCB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3DAF6A-8BE2-4A52-8C37-AEA16B736E4D}">
      <dsp:nvSpPr>
        <dsp:cNvPr id="0" name=""/>
        <dsp:cNvSpPr/>
      </dsp:nvSpPr>
      <dsp:spPr>
        <a:xfrm>
          <a:off x="304162" y="1419"/>
          <a:ext cx="1984226" cy="1190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Inventar información</a:t>
          </a:r>
          <a:endParaRPr lang="es-ES" sz="2300" kern="1200" dirty="0"/>
        </a:p>
      </dsp:txBody>
      <dsp:txXfrm>
        <a:off x="304162" y="1419"/>
        <a:ext cx="1984226" cy="1190535"/>
      </dsp:txXfrm>
    </dsp:sp>
    <dsp:sp modelId="{17428139-4EB2-43ED-A650-6475A90EF2E5}">
      <dsp:nvSpPr>
        <dsp:cNvPr id="0" name=""/>
        <dsp:cNvSpPr/>
      </dsp:nvSpPr>
      <dsp:spPr>
        <a:xfrm>
          <a:off x="2486811" y="1419"/>
          <a:ext cx="1984226" cy="1190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Responder sin evidencia</a:t>
          </a:r>
          <a:endParaRPr lang="es-ES" sz="2300" kern="1200" dirty="0"/>
        </a:p>
      </dsp:txBody>
      <dsp:txXfrm>
        <a:off x="2486811" y="1419"/>
        <a:ext cx="1984226" cy="1190535"/>
      </dsp:txXfrm>
    </dsp:sp>
    <dsp:sp modelId="{51090AB1-B737-48AA-95C3-DB65917F2BEB}">
      <dsp:nvSpPr>
        <dsp:cNvPr id="0" name=""/>
        <dsp:cNvSpPr/>
      </dsp:nvSpPr>
      <dsp:spPr>
        <a:xfrm>
          <a:off x="1395486" y="1390377"/>
          <a:ext cx="1984226" cy="1190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Generar respuestas incorrectas</a:t>
          </a:r>
          <a:endParaRPr lang="es-ES" sz="2300" kern="1200" dirty="0"/>
        </a:p>
      </dsp:txBody>
      <dsp:txXfrm>
        <a:off x="1395486" y="1390377"/>
        <a:ext cx="1984226" cy="11905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88875-58D6-4294-B57B-E83EF9242466}">
      <dsp:nvSpPr>
        <dsp:cNvPr id="0" name=""/>
        <dsp:cNvSpPr/>
      </dsp:nvSpPr>
      <dsp:spPr>
        <a:xfrm>
          <a:off x="1906928" y="1260777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2099963" y="1304304"/>
        <a:ext cx="21929" cy="4385"/>
      </dsp:txXfrm>
    </dsp:sp>
    <dsp:sp modelId="{19288E09-05BB-441C-AA8D-7A0FF6920367}">
      <dsp:nvSpPr>
        <dsp:cNvPr id="0" name=""/>
        <dsp:cNvSpPr/>
      </dsp:nvSpPr>
      <dsp:spPr>
        <a:xfrm>
          <a:off x="1780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User</a:t>
          </a:r>
          <a:r>
            <a:rPr lang="es-ES" sz="1800" kern="1200" dirty="0" smtClean="0"/>
            <a:t> </a:t>
          </a:r>
          <a:r>
            <a:rPr lang="es-ES" sz="1800" kern="1200" dirty="0" err="1" smtClean="0"/>
            <a:t>question</a:t>
          </a:r>
          <a:endParaRPr lang="es-ES" sz="1800" kern="1200" dirty="0"/>
        </a:p>
      </dsp:txBody>
      <dsp:txXfrm>
        <a:off x="1780" y="734412"/>
        <a:ext cx="1906948" cy="1144169"/>
      </dsp:txXfrm>
    </dsp:sp>
    <dsp:sp modelId="{ABA39E86-9415-4AAC-97C6-6351AD78531E}">
      <dsp:nvSpPr>
        <dsp:cNvPr id="0" name=""/>
        <dsp:cNvSpPr/>
      </dsp:nvSpPr>
      <dsp:spPr>
        <a:xfrm>
          <a:off x="4252475" y="1260777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4445510" y="1304304"/>
        <a:ext cx="21929" cy="4385"/>
      </dsp:txXfrm>
    </dsp:sp>
    <dsp:sp modelId="{AF78E99B-8044-466E-B481-132B052AEA38}">
      <dsp:nvSpPr>
        <dsp:cNvPr id="0" name=""/>
        <dsp:cNvSpPr/>
      </dsp:nvSpPr>
      <dsp:spPr>
        <a:xfrm>
          <a:off x="2347327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Hybrid</a:t>
          </a:r>
          <a:r>
            <a:rPr lang="es-ES" sz="1800" kern="1200" dirty="0" smtClean="0"/>
            <a:t> </a:t>
          </a:r>
          <a:r>
            <a:rPr lang="es-ES" sz="1800" kern="1200" dirty="0" err="1" smtClean="0"/>
            <a:t>Retrieval</a:t>
          </a:r>
          <a:r>
            <a:rPr lang="es-ES" sz="1800" kern="1200" dirty="0" smtClean="0"/>
            <a:t> (BM25 + FAISS)</a:t>
          </a:r>
          <a:endParaRPr lang="es-ES" sz="1800" kern="1200" dirty="0"/>
        </a:p>
      </dsp:txBody>
      <dsp:txXfrm>
        <a:off x="2347327" y="734412"/>
        <a:ext cx="1906948" cy="1144169"/>
      </dsp:txXfrm>
    </dsp:sp>
    <dsp:sp modelId="{36F881A8-220B-4675-BCC0-6586A2E1966E}">
      <dsp:nvSpPr>
        <dsp:cNvPr id="0" name=""/>
        <dsp:cNvSpPr/>
      </dsp:nvSpPr>
      <dsp:spPr>
        <a:xfrm>
          <a:off x="6598022" y="1260777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6791056" y="1304304"/>
        <a:ext cx="21929" cy="4385"/>
      </dsp:txXfrm>
    </dsp:sp>
    <dsp:sp modelId="{98D16CA9-0F9B-4EED-847C-57673C98EB5D}">
      <dsp:nvSpPr>
        <dsp:cNvPr id="0" name=""/>
        <dsp:cNvSpPr/>
      </dsp:nvSpPr>
      <dsp:spPr>
        <a:xfrm>
          <a:off x="4692874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Reranker</a:t>
          </a:r>
          <a:r>
            <a:rPr lang="es-ES" sz="1800" kern="1200" dirty="0" smtClean="0"/>
            <a:t> (Cross </a:t>
          </a:r>
          <a:r>
            <a:rPr lang="es-ES" sz="1800" kern="1200" dirty="0" err="1" smtClean="0"/>
            <a:t>Encoder</a:t>
          </a:r>
          <a:r>
            <a:rPr lang="es-ES" sz="1800" kern="1200" dirty="0" smtClean="0"/>
            <a:t>)</a:t>
          </a:r>
          <a:endParaRPr lang="es-ES" sz="1800" kern="1200" dirty="0"/>
        </a:p>
      </dsp:txBody>
      <dsp:txXfrm>
        <a:off x="4692874" y="734412"/>
        <a:ext cx="1906948" cy="1144169"/>
      </dsp:txXfrm>
    </dsp:sp>
    <dsp:sp modelId="{2C350E65-DC6A-41FB-8759-4E449C7CC0AF}">
      <dsp:nvSpPr>
        <dsp:cNvPr id="0" name=""/>
        <dsp:cNvSpPr/>
      </dsp:nvSpPr>
      <dsp:spPr>
        <a:xfrm>
          <a:off x="955254" y="1876781"/>
          <a:ext cx="7036640" cy="407998"/>
        </a:xfrm>
        <a:custGeom>
          <a:avLst/>
          <a:gdLst/>
          <a:ahLst/>
          <a:cxnLst/>
          <a:rect l="0" t="0" r="0" b="0"/>
          <a:pathLst>
            <a:path>
              <a:moveTo>
                <a:pt x="7036640" y="0"/>
              </a:moveTo>
              <a:lnTo>
                <a:pt x="7036640" y="221099"/>
              </a:lnTo>
              <a:lnTo>
                <a:pt x="0" y="221099"/>
              </a:lnTo>
              <a:lnTo>
                <a:pt x="0" y="407998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4297317" y="2078588"/>
        <a:ext cx="352514" cy="4385"/>
      </dsp:txXfrm>
    </dsp:sp>
    <dsp:sp modelId="{901B5293-547A-4324-ADAA-E7E595C935D6}">
      <dsp:nvSpPr>
        <dsp:cNvPr id="0" name=""/>
        <dsp:cNvSpPr/>
      </dsp:nvSpPr>
      <dsp:spPr>
        <a:xfrm>
          <a:off x="7038421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Context</a:t>
          </a:r>
          <a:endParaRPr lang="es-ES" sz="1800" kern="1200" dirty="0"/>
        </a:p>
      </dsp:txBody>
      <dsp:txXfrm>
        <a:off x="7038421" y="734412"/>
        <a:ext cx="1906948" cy="1144169"/>
      </dsp:txXfrm>
    </dsp:sp>
    <dsp:sp modelId="{F59CC7D2-FD90-4A75-96E0-9BD6F4AD678E}">
      <dsp:nvSpPr>
        <dsp:cNvPr id="0" name=""/>
        <dsp:cNvSpPr/>
      </dsp:nvSpPr>
      <dsp:spPr>
        <a:xfrm>
          <a:off x="1906928" y="2843544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2099963" y="2887071"/>
        <a:ext cx="21929" cy="4385"/>
      </dsp:txXfrm>
    </dsp:sp>
    <dsp:sp modelId="{DBBCACB3-958E-410D-8460-B2A6C6933F00}">
      <dsp:nvSpPr>
        <dsp:cNvPr id="0" name=""/>
        <dsp:cNvSpPr/>
      </dsp:nvSpPr>
      <dsp:spPr>
        <a:xfrm>
          <a:off x="1780" y="2317180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smtClean="0"/>
            <a:t>LLM</a:t>
          </a:r>
          <a:endParaRPr lang="es-ES" sz="1800" kern="1200" dirty="0"/>
        </a:p>
      </dsp:txBody>
      <dsp:txXfrm>
        <a:off x="1780" y="2317180"/>
        <a:ext cx="1906948" cy="1144169"/>
      </dsp:txXfrm>
    </dsp:sp>
    <dsp:sp modelId="{42DDC80D-0E07-4C66-A817-6CFF3D09C8CB}">
      <dsp:nvSpPr>
        <dsp:cNvPr id="0" name=""/>
        <dsp:cNvSpPr/>
      </dsp:nvSpPr>
      <dsp:spPr>
        <a:xfrm>
          <a:off x="4252475" y="2843544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4445510" y="2887071"/>
        <a:ext cx="21929" cy="4385"/>
      </dsp:txXfrm>
    </dsp:sp>
    <dsp:sp modelId="{CC5D092D-DDBC-4FA7-8907-1F3475DE481D}">
      <dsp:nvSpPr>
        <dsp:cNvPr id="0" name=""/>
        <dsp:cNvSpPr/>
      </dsp:nvSpPr>
      <dsp:spPr>
        <a:xfrm>
          <a:off x="2347327" y="2317180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Answer</a:t>
          </a:r>
          <a:r>
            <a:rPr lang="es-ES" sz="1800" kern="1200" dirty="0" smtClean="0"/>
            <a:t> + </a:t>
          </a:r>
          <a:r>
            <a:rPr lang="es-ES" sz="1800" kern="1200" dirty="0" err="1" smtClean="0"/>
            <a:t>Citation</a:t>
          </a:r>
          <a:endParaRPr lang="es-ES" sz="1800" kern="1200" dirty="0"/>
        </a:p>
      </dsp:txBody>
      <dsp:txXfrm>
        <a:off x="2347327" y="2317180"/>
        <a:ext cx="1906948" cy="1144169"/>
      </dsp:txXfrm>
    </dsp:sp>
    <dsp:sp modelId="{285CE7D0-F753-4E3D-9948-C23EF2F3CCCB}">
      <dsp:nvSpPr>
        <dsp:cNvPr id="0" name=""/>
        <dsp:cNvSpPr/>
      </dsp:nvSpPr>
      <dsp:spPr>
        <a:xfrm>
          <a:off x="4692874" y="2317180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Grounding</a:t>
          </a:r>
          <a:r>
            <a:rPr lang="es-ES" sz="1800" kern="1200" dirty="0" smtClean="0"/>
            <a:t> score</a:t>
          </a:r>
          <a:endParaRPr lang="es-ES" sz="1800" kern="1200" dirty="0"/>
        </a:p>
      </dsp:txBody>
      <dsp:txXfrm>
        <a:off x="4692874" y="2317180"/>
        <a:ext cx="1906948" cy="1144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/>
            </a:r>
            <a:br>
              <a:rPr lang="es-PE" dirty="0"/>
            </a:br>
            <a:r>
              <a:rPr lang="es-PE" dirty="0"/>
              <a:t/>
            </a:r>
            <a:br>
              <a:rPr lang="es-PE" dirty="0"/>
            </a:br>
            <a:r>
              <a:rPr lang="es-ES" dirty="0"/>
              <a:t> DISEÑO DE UN SISTEMA RAG 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Alumna: ELISA RINA CONDORCALLO QUEQUEJANA</a:t>
            </a:r>
          </a:p>
          <a:p>
            <a:r>
              <a:rPr lang="es-E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CASO: CNN </a:t>
            </a:r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NOTICIAS</a:t>
            </a:r>
            <a:endParaRPr lang="es-P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68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PROBLEMA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3" y="2052918"/>
            <a:ext cx="8802688" cy="1028949"/>
          </a:xfrm>
        </p:spPr>
        <p:txBody>
          <a:bodyPr/>
          <a:lstStyle/>
          <a:p>
            <a:r>
              <a:rPr lang="es-ES" dirty="0" smtClean="0"/>
              <a:t>Los modelos de lenguaje presentan un problema importante </a:t>
            </a:r>
            <a:r>
              <a:rPr lang="es-ES" b="1" dirty="0" err="1" smtClean="0">
                <a:solidFill>
                  <a:srgbClr val="FFFF00"/>
                </a:solidFill>
              </a:rPr>
              <a:t>Halluciations</a:t>
            </a:r>
            <a:endParaRPr lang="es-PE" b="1" dirty="0">
              <a:solidFill>
                <a:srgbClr val="FFFF00"/>
              </a:solidFill>
            </a:endParaRPr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3212398733"/>
              </p:ext>
            </p:extLst>
          </p:nvPr>
        </p:nvGraphicFramePr>
        <p:xfrm>
          <a:off x="1103313" y="3281537"/>
          <a:ext cx="4775200" cy="258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3378" y="2804054"/>
            <a:ext cx="5143071" cy="327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4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ARQUITECTURA DEL SISTEMA RAG</a:t>
            </a:r>
            <a:endParaRPr lang="es-PE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075264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36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Dataset</a:t>
            </a:r>
            <a:r>
              <a:rPr lang="es-ES" dirty="0"/>
              <a:t> y preparación de datos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2052918"/>
            <a:ext cx="5314421" cy="4195481"/>
          </a:xfrm>
        </p:spPr>
        <p:txBody>
          <a:bodyPr/>
          <a:lstStyle/>
          <a:p>
            <a:r>
              <a:rPr lang="es-ES" dirty="0" err="1"/>
              <a:t>Dataset</a:t>
            </a:r>
            <a:r>
              <a:rPr lang="es-ES" dirty="0"/>
              <a:t> usado:</a:t>
            </a:r>
          </a:p>
          <a:p>
            <a:pPr marL="0" indent="0">
              <a:buNone/>
            </a:pPr>
            <a:r>
              <a:rPr lang="es-ES" b="1" dirty="0" smtClean="0"/>
              <a:t>	CNN </a:t>
            </a:r>
            <a:r>
              <a:rPr lang="es-ES" b="1" dirty="0"/>
              <a:t>/ </a:t>
            </a:r>
            <a:r>
              <a:rPr lang="es-ES" b="1" dirty="0" err="1"/>
              <a:t>DailyMail</a:t>
            </a:r>
            <a:r>
              <a:rPr lang="es-ES" b="1" dirty="0"/>
              <a:t> </a:t>
            </a:r>
            <a:r>
              <a:rPr lang="es-ES" b="1" dirty="0" err="1"/>
              <a:t>dataset</a:t>
            </a:r>
            <a:endParaRPr lang="es-ES" dirty="0"/>
          </a:p>
          <a:p>
            <a:r>
              <a:rPr lang="es-ES" dirty="0"/>
              <a:t>Características:</a:t>
            </a:r>
          </a:p>
          <a:p>
            <a:pPr lvl="1"/>
            <a:r>
              <a:rPr lang="es-ES" dirty="0" smtClean="0"/>
              <a:t>Artículos </a:t>
            </a:r>
            <a:r>
              <a:rPr lang="es-ES" dirty="0"/>
              <a:t>reales de </a:t>
            </a:r>
            <a:r>
              <a:rPr lang="es-ES" dirty="0" smtClean="0"/>
              <a:t>noticias</a:t>
            </a:r>
          </a:p>
          <a:p>
            <a:pPr lvl="1"/>
            <a:r>
              <a:rPr lang="es-ES" dirty="0" smtClean="0"/>
              <a:t>Se </a:t>
            </a:r>
            <a:r>
              <a:rPr lang="es-ES" dirty="0"/>
              <a:t>utilizaron </a:t>
            </a:r>
            <a:r>
              <a:rPr lang="es-ES" b="1" dirty="0"/>
              <a:t>200 documentos</a:t>
            </a:r>
            <a:endParaRPr lang="es-ES" dirty="0"/>
          </a:p>
          <a:p>
            <a:r>
              <a:rPr lang="es-ES" dirty="0" smtClean="0"/>
              <a:t>Proceso:</a:t>
            </a:r>
          </a:p>
          <a:p>
            <a:pPr lvl="1"/>
            <a:r>
              <a:rPr lang="es-ES" dirty="0" smtClean="0"/>
              <a:t>1.Selección </a:t>
            </a:r>
            <a:r>
              <a:rPr lang="es-ES" dirty="0"/>
              <a:t>de </a:t>
            </a:r>
            <a:r>
              <a:rPr lang="es-ES" dirty="0" smtClean="0"/>
              <a:t>artículos</a:t>
            </a:r>
          </a:p>
          <a:p>
            <a:pPr lvl="1"/>
            <a:r>
              <a:rPr lang="es-ES" dirty="0" smtClean="0"/>
              <a:t>2.C</a:t>
            </a:r>
            <a:r>
              <a:rPr lang="es-ES" b="1" dirty="0" smtClean="0"/>
              <a:t>hunking </a:t>
            </a:r>
            <a:r>
              <a:rPr lang="es-ES" b="1" dirty="0"/>
              <a:t>con </a:t>
            </a:r>
            <a:r>
              <a:rPr lang="es-ES" b="1" dirty="0" err="1"/>
              <a:t>overlap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072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FAISS </a:t>
            </a:r>
            <a:r>
              <a:rPr lang="es-PE" dirty="0"/>
              <a:t>+ </a:t>
            </a:r>
            <a:r>
              <a:rPr lang="es-PE" dirty="0" err="1"/>
              <a:t>Reranker</a:t>
            </a:r>
            <a:r>
              <a:rPr lang="es-PE" dirty="0"/>
              <a:t>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implementó </a:t>
            </a:r>
            <a:r>
              <a:rPr lang="es-ES" b="1" dirty="0" err="1"/>
              <a:t>Hybrid</a:t>
            </a:r>
            <a:r>
              <a:rPr lang="es-ES" b="1" dirty="0"/>
              <a:t> </a:t>
            </a:r>
            <a:r>
              <a:rPr lang="es-ES" b="1" dirty="0" err="1"/>
              <a:t>Retrieval</a:t>
            </a:r>
            <a:r>
              <a:rPr lang="es-ES" dirty="0" smtClean="0"/>
              <a:t>: </a:t>
            </a:r>
          </a:p>
          <a:p>
            <a:r>
              <a:rPr lang="es-ES" b="1" dirty="0" smtClean="0"/>
              <a:t>FAISS</a:t>
            </a:r>
            <a:endParaRPr lang="es-ES" b="1" dirty="0"/>
          </a:p>
          <a:p>
            <a:pPr lvl="1"/>
            <a:r>
              <a:rPr lang="es-ES" dirty="0"/>
              <a:t>Búsqueda semántica con </a:t>
            </a:r>
            <a:r>
              <a:rPr lang="es-ES" dirty="0" err="1"/>
              <a:t>embeddings</a:t>
            </a:r>
            <a:endParaRPr lang="es-ES" dirty="0"/>
          </a:p>
          <a:p>
            <a:pPr lvl="1"/>
            <a:r>
              <a:rPr lang="es-ES" dirty="0"/>
              <a:t>Modelo: </a:t>
            </a:r>
            <a:r>
              <a:rPr lang="es-ES" dirty="0" smtClean="0"/>
              <a:t>all-MiniLM-L6-v2</a:t>
            </a:r>
          </a:p>
          <a:p>
            <a:pPr lvl="1"/>
            <a:r>
              <a:rPr lang="es-PE" dirty="0"/>
              <a:t>Indexación: FAISS </a:t>
            </a:r>
            <a:r>
              <a:rPr lang="es-PE" dirty="0" smtClean="0"/>
              <a:t>HNSW</a:t>
            </a:r>
          </a:p>
          <a:p>
            <a:r>
              <a:rPr lang="es-ES" b="1" dirty="0" smtClean="0"/>
              <a:t>BM25</a:t>
            </a:r>
          </a:p>
          <a:p>
            <a:pPr lvl="1"/>
            <a:r>
              <a:rPr lang="es-PE" dirty="0"/>
              <a:t>Búsqueda por palabras </a:t>
            </a:r>
            <a:r>
              <a:rPr lang="es-PE" dirty="0" smtClean="0"/>
              <a:t>clave</a:t>
            </a:r>
          </a:p>
          <a:p>
            <a:pPr lvl="1"/>
            <a:r>
              <a:rPr lang="es-PE" dirty="0" err="1" smtClean="0"/>
              <a:t>Reranker</a:t>
            </a:r>
            <a:r>
              <a:rPr lang="es-PE" dirty="0"/>
              <a:t>: </a:t>
            </a:r>
            <a:r>
              <a:rPr lang="es-PE" dirty="0" err="1"/>
              <a:t>cross-encoder</a:t>
            </a:r>
            <a:r>
              <a:rPr lang="es-PE" dirty="0"/>
              <a:t>/ms-marco-MiniLM-L-6-v2</a:t>
            </a:r>
            <a:endParaRPr lang="es-ES" b="1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5040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 smtClean="0"/>
              <a:t>Hallucination</a:t>
            </a:r>
            <a:r>
              <a:rPr lang="es-PE" dirty="0" smtClean="0"/>
              <a:t> </a:t>
            </a:r>
            <a:r>
              <a:rPr lang="es-PE" dirty="0"/>
              <a:t>+ </a:t>
            </a:r>
            <a:r>
              <a:rPr lang="es-PE" dirty="0" err="1"/>
              <a:t>Grounding</a:t>
            </a:r>
            <a:r>
              <a:rPr lang="es-PE" dirty="0"/>
              <a:t>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Se implementaron dos mecanismos</a:t>
            </a:r>
            <a:r>
              <a:rPr lang="es-PE" dirty="0" smtClean="0"/>
              <a:t>:</a:t>
            </a:r>
          </a:p>
          <a:p>
            <a:r>
              <a:rPr lang="es-PE" b="1" dirty="0" smtClean="0"/>
              <a:t>1.Citation </a:t>
            </a:r>
            <a:r>
              <a:rPr lang="es-PE" b="1" dirty="0"/>
              <a:t>per </a:t>
            </a:r>
            <a:r>
              <a:rPr lang="es-PE" b="1" dirty="0" err="1" smtClean="0"/>
              <a:t>sentence</a:t>
            </a:r>
            <a:endParaRPr lang="es-PE" b="1" dirty="0" smtClean="0"/>
          </a:p>
          <a:p>
            <a:pPr lvl="1"/>
            <a:r>
              <a:rPr lang="es-ES" dirty="0"/>
              <a:t>Cada oración de la respuesta tiene referencia</a:t>
            </a:r>
            <a:r>
              <a:rPr lang="es-ES" dirty="0" smtClean="0"/>
              <a:t>:</a:t>
            </a:r>
          </a:p>
          <a:p>
            <a:pPr lvl="1"/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Greenhouse gases cause warming [Doc4</a:t>
            </a:r>
            <a:r>
              <a:rPr 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]</a:t>
            </a:r>
          </a:p>
          <a:p>
            <a:r>
              <a:rPr lang="es-PE" dirty="0" smtClean="0"/>
              <a:t>2.</a:t>
            </a:r>
            <a:r>
              <a:rPr lang="es-PE" b="1" dirty="0" smtClean="0"/>
              <a:t>Grounding Score</a:t>
            </a:r>
          </a:p>
          <a:p>
            <a:pPr lvl="1"/>
            <a:r>
              <a:rPr lang="es-ES" dirty="0"/>
              <a:t>Mide cuánto de la respuesta está basado en el contexto</a:t>
            </a:r>
            <a:r>
              <a:rPr lang="es-ES" dirty="0" smtClean="0"/>
              <a:t>.</a:t>
            </a:r>
          </a:p>
          <a:p>
            <a:pPr lvl="1"/>
            <a:r>
              <a:rPr lang="es-PE" dirty="0"/>
              <a:t>Rango</a:t>
            </a:r>
            <a:r>
              <a:rPr lang="es-PE" dirty="0" smtClean="0"/>
              <a:t>:</a:t>
            </a:r>
          </a:p>
          <a:p>
            <a:pPr lvl="1"/>
            <a:r>
              <a:rPr lang="es-ES" b="1" dirty="0"/>
              <a:t>0 → posible alucinación</a:t>
            </a:r>
          </a:p>
          <a:p>
            <a:pPr lvl="1"/>
            <a:r>
              <a:rPr lang="es-ES" b="1" dirty="0"/>
              <a:t>1 → completamente fundamentado</a:t>
            </a:r>
            <a:endParaRPr lang="es-PE" b="1" dirty="0" smtClean="0"/>
          </a:p>
          <a:p>
            <a:endParaRPr lang="es-PE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08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Demo 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1475729"/>
            <a:ext cx="3048000" cy="490083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467" y="1069330"/>
            <a:ext cx="8554942" cy="484674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467" y="5916079"/>
            <a:ext cx="2135054" cy="89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2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Resultados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Grounding</a:t>
            </a:r>
            <a:r>
              <a:rPr lang="es-ES" dirty="0" smtClean="0"/>
              <a:t> Score</a:t>
            </a:r>
          </a:p>
          <a:p>
            <a:pPr lvl="1"/>
            <a:r>
              <a:rPr lang="es-ES" dirty="0" smtClean="0"/>
              <a:t>0.8</a:t>
            </a:r>
          </a:p>
          <a:p>
            <a:r>
              <a:rPr lang="es-ES" dirty="0"/>
              <a:t>Indica respuestas bien sustentadas.</a:t>
            </a:r>
          </a:p>
          <a:p>
            <a:pPr lvl="1"/>
            <a:r>
              <a:rPr lang="es-ES" b="1" dirty="0"/>
              <a:t>ROUGE</a:t>
            </a:r>
          </a:p>
          <a:p>
            <a:pPr lvl="1"/>
            <a:r>
              <a:rPr lang="es-ES" dirty="0"/>
              <a:t>Se comparan respuestas generadas con referencias.</a:t>
            </a:r>
          </a:p>
          <a:p>
            <a:pPr lvl="1"/>
            <a:r>
              <a:rPr lang="es-ES" dirty="0"/>
              <a:t>Observación:</a:t>
            </a:r>
          </a:p>
          <a:p>
            <a:pPr lvl="1"/>
            <a:r>
              <a:rPr lang="es-ES" dirty="0"/>
              <a:t>ROUGE bajo pero esperado porque el modelo </a:t>
            </a:r>
            <a:r>
              <a:rPr lang="es-ES" b="1" dirty="0"/>
              <a:t>parafrasea</a:t>
            </a:r>
            <a:r>
              <a:rPr lang="es-ES" dirty="0"/>
              <a:t>.</a:t>
            </a:r>
          </a:p>
          <a:p>
            <a:pPr lvl="1"/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354131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/>
            </a:r>
            <a:br>
              <a:rPr lang="es-PE" dirty="0"/>
            </a:br>
            <a:r>
              <a:rPr lang="es-PE" dirty="0"/>
              <a:t>Conclusiones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conclusión, el sistema RAG permite mejorar la confiabilidad de los modelos de lenguaje al obligarlos a responder usando documentos recuperados.</a:t>
            </a:r>
            <a:br>
              <a:rPr lang="es-ES" dirty="0"/>
            </a:br>
            <a:r>
              <a:rPr lang="es-ES" dirty="0"/>
              <a:t>Además, los mecanismos de </a:t>
            </a:r>
            <a:r>
              <a:rPr lang="es-ES" b="1" dirty="0"/>
              <a:t>citación y </a:t>
            </a:r>
            <a:r>
              <a:rPr lang="es-ES" b="1" dirty="0" err="1"/>
              <a:t>grounding</a:t>
            </a:r>
            <a:r>
              <a:rPr lang="es-ES" dirty="0"/>
              <a:t> permiten verificar la fuente de la información.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308282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63</TotalTime>
  <Words>190</Words>
  <Application>Microsoft Office PowerPoint</Application>
  <PresentationFormat>Panorámica</PresentationFormat>
  <Paragraphs>55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   DISEÑO DE UN SISTEMA RAG </vt:lpstr>
      <vt:lpstr>PROBLEMA</vt:lpstr>
      <vt:lpstr>ARQUITECTURA DEL SISTEMA RAG</vt:lpstr>
      <vt:lpstr>Dataset y preparación de datos</vt:lpstr>
      <vt:lpstr>FAISS + Reranker </vt:lpstr>
      <vt:lpstr>Hallucination + Grounding </vt:lpstr>
      <vt:lpstr>Demo </vt:lpstr>
      <vt:lpstr>Resultados </vt:lpstr>
      <vt:lpstr> Conclusiones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UN SISTEMA RAG</dc:title>
  <dc:creator>Condorcallo Quequejana, Elisa Rina (ERCQ)</dc:creator>
  <cp:lastModifiedBy>Condorcallo Quequejana, Elisa Rina (ERCQ)</cp:lastModifiedBy>
  <cp:revision>5</cp:revision>
  <dcterms:created xsi:type="dcterms:W3CDTF">2026-03-11T23:50:46Z</dcterms:created>
  <dcterms:modified xsi:type="dcterms:W3CDTF">2026-03-12T00:54:39Z</dcterms:modified>
</cp:coreProperties>
</file>